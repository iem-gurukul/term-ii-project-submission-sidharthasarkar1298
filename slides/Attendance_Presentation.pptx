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86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7CD611-1046-4663-975E-EF803401694F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61A7891-9C88-440F-A24F-34005E7F2F8E}">
      <dgm:prSet/>
      <dgm:spPr/>
      <dgm:t>
        <a:bodyPr/>
        <a:lstStyle/>
        <a:p>
          <a:r>
            <a:rPr lang="en-US"/>
            <a:t>CLI → AttendanceManager → Student</a:t>
          </a:r>
        </a:p>
      </dgm:t>
    </dgm:pt>
    <dgm:pt modelId="{6B3C21FB-A571-491A-83A7-11DA4E945B05}" type="parTrans" cxnId="{EBF8494B-74AE-456C-913D-EED63E8D9C60}">
      <dgm:prSet/>
      <dgm:spPr/>
      <dgm:t>
        <a:bodyPr/>
        <a:lstStyle/>
        <a:p>
          <a:endParaRPr lang="en-US"/>
        </a:p>
      </dgm:t>
    </dgm:pt>
    <dgm:pt modelId="{2C6F7BC7-0958-4E1A-920D-D37EA736DAF9}" type="sibTrans" cxnId="{EBF8494B-74AE-456C-913D-EED63E8D9C60}">
      <dgm:prSet/>
      <dgm:spPr/>
      <dgm:t>
        <a:bodyPr/>
        <a:lstStyle/>
        <a:p>
          <a:endParaRPr lang="en-US"/>
        </a:p>
      </dgm:t>
    </dgm:pt>
    <dgm:pt modelId="{D501B9E1-A976-4B6D-B437-CF53B071D94C}">
      <dgm:prSet/>
      <dgm:spPr/>
      <dgm:t>
        <a:bodyPr/>
        <a:lstStyle/>
        <a:p>
          <a:r>
            <a:rPr lang="en-US"/>
            <a:t>Classes: Person (abstract), Student, Teacher</a:t>
          </a:r>
        </a:p>
      </dgm:t>
    </dgm:pt>
    <dgm:pt modelId="{8D217672-DE0A-48D0-9293-C11091EA268E}" type="parTrans" cxnId="{CF707965-4A3D-49B0-9254-AB29D99D8F88}">
      <dgm:prSet/>
      <dgm:spPr/>
      <dgm:t>
        <a:bodyPr/>
        <a:lstStyle/>
        <a:p>
          <a:endParaRPr lang="en-US"/>
        </a:p>
      </dgm:t>
    </dgm:pt>
    <dgm:pt modelId="{FED012E8-CF1B-4B97-9778-E8B59A81BF64}" type="sibTrans" cxnId="{CF707965-4A3D-49B0-9254-AB29D99D8F88}">
      <dgm:prSet/>
      <dgm:spPr/>
      <dgm:t>
        <a:bodyPr/>
        <a:lstStyle/>
        <a:p>
          <a:endParaRPr lang="en-US"/>
        </a:p>
      </dgm:t>
    </dgm:pt>
    <dgm:pt modelId="{EB64C123-6AA5-419A-BF5D-4E4AC706C7B4}">
      <dgm:prSet/>
      <dgm:spPr/>
      <dgm:t>
        <a:bodyPr/>
        <a:lstStyle/>
        <a:p>
          <a:r>
            <a:rPr lang="en-US"/>
            <a:t>Package: model / service / main</a:t>
          </a:r>
        </a:p>
      </dgm:t>
    </dgm:pt>
    <dgm:pt modelId="{1ED84935-36FB-43EF-8215-354A35FA5A6C}" type="parTrans" cxnId="{DE4D223A-0583-4620-B9C8-6A46735DF76A}">
      <dgm:prSet/>
      <dgm:spPr/>
      <dgm:t>
        <a:bodyPr/>
        <a:lstStyle/>
        <a:p>
          <a:endParaRPr lang="en-US"/>
        </a:p>
      </dgm:t>
    </dgm:pt>
    <dgm:pt modelId="{034DF1B8-6EA4-4998-9655-6BE8262F848D}" type="sibTrans" cxnId="{DE4D223A-0583-4620-B9C8-6A46735DF76A}">
      <dgm:prSet/>
      <dgm:spPr/>
      <dgm:t>
        <a:bodyPr/>
        <a:lstStyle/>
        <a:p>
          <a:endParaRPr lang="en-US"/>
        </a:p>
      </dgm:t>
    </dgm:pt>
    <dgm:pt modelId="{A79F9B36-AD5E-40E6-A90E-A75C9CA0D586}" type="pres">
      <dgm:prSet presAssocID="{F47CD611-1046-4663-975E-EF803401694F}" presName="linear" presStyleCnt="0">
        <dgm:presLayoutVars>
          <dgm:animLvl val="lvl"/>
          <dgm:resizeHandles val="exact"/>
        </dgm:presLayoutVars>
      </dgm:prSet>
      <dgm:spPr/>
    </dgm:pt>
    <dgm:pt modelId="{F98123FA-0010-4BB4-8980-58419AA7BA26}" type="pres">
      <dgm:prSet presAssocID="{861A7891-9C88-440F-A24F-34005E7F2F8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35BE3A-4061-4FBF-A5D9-E36BD10A286F}" type="pres">
      <dgm:prSet presAssocID="{2C6F7BC7-0958-4E1A-920D-D37EA736DAF9}" presName="spacer" presStyleCnt="0"/>
      <dgm:spPr/>
    </dgm:pt>
    <dgm:pt modelId="{54DF3857-890D-4D8E-BBB7-2962D7033E68}" type="pres">
      <dgm:prSet presAssocID="{D501B9E1-A976-4B6D-B437-CF53B071D9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E76C68-E261-470A-BF60-DB9D44AC77CE}" type="pres">
      <dgm:prSet presAssocID="{FED012E8-CF1B-4B97-9778-E8B59A81BF64}" presName="spacer" presStyleCnt="0"/>
      <dgm:spPr/>
    </dgm:pt>
    <dgm:pt modelId="{362C5005-1C76-4058-8FB0-332CBD7A0C3F}" type="pres">
      <dgm:prSet presAssocID="{EB64C123-6AA5-419A-BF5D-4E4AC706C7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E906C2D-DABE-4FAD-8925-0F63CCAE142D}" type="presOf" srcId="{F47CD611-1046-4663-975E-EF803401694F}" destId="{A79F9B36-AD5E-40E6-A90E-A75C9CA0D586}" srcOrd="0" destOrd="0" presId="urn:microsoft.com/office/officeart/2005/8/layout/vList2"/>
    <dgm:cxn modelId="{DE4D223A-0583-4620-B9C8-6A46735DF76A}" srcId="{F47CD611-1046-4663-975E-EF803401694F}" destId="{EB64C123-6AA5-419A-BF5D-4E4AC706C7B4}" srcOrd="2" destOrd="0" parTransId="{1ED84935-36FB-43EF-8215-354A35FA5A6C}" sibTransId="{034DF1B8-6EA4-4998-9655-6BE8262F848D}"/>
    <dgm:cxn modelId="{CF707965-4A3D-49B0-9254-AB29D99D8F88}" srcId="{F47CD611-1046-4663-975E-EF803401694F}" destId="{D501B9E1-A976-4B6D-B437-CF53B071D94C}" srcOrd="1" destOrd="0" parTransId="{8D217672-DE0A-48D0-9293-C11091EA268E}" sibTransId="{FED012E8-CF1B-4B97-9778-E8B59A81BF64}"/>
    <dgm:cxn modelId="{EBF8494B-74AE-456C-913D-EED63E8D9C60}" srcId="{F47CD611-1046-4663-975E-EF803401694F}" destId="{861A7891-9C88-440F-A24F-34005E7F2F8E}" srcOrd="0" destOrd="0" parTransId="{6B3C21FB-A571-491A-83A7-11DA4E945B05}" sibTransId="{2C6F7BC7-0958-4E1A-920D-D37EA736DAF9}"/>
    <dgm:cxn modelId="{E8AF4F5A-A97C-4585-8098-34580683598F}" type="presOf" srcId="{EB64C123-6AA5-419A-BF5D-4E4AC706C7B4}" destId="{362C5005-1C76-4058-8FB0-332CBD7A0C3F}" srcOrd="0" destOrd="0" presId="urn:microsoft.com/office/officeart/2005/8/layout/vList2"/>
    <dgm:cxn modelId="{CEB308B2-8ACD-4600-B0A1-254C5AF6E4CF}" type="presOf" srcId="{861A7891-9C88-440F-A24F-34005E7F2F8E}" destId="{F98123FA-0010-4BB4-8980-58419AA7BA26}" srcOrd="0" destOrd="0" presId="urn:microsoft.com/office/officeart/2005/8/layout/vList2"/>
    <dgm:cxn modelId="{BDD91CC3-7A20-4113-99DC-1972B32BD5C6}" type="presOf" srcId="{D501B9E1-A976-4B6D-B437-CF53B071D94C}" destId="{54DF3857-890D-4D8E-BBB7-2962D7033E68}" srcOrd="0" destOrd="0" presId="urn:microsoft.com/office/officeart/2005/8/layout/vList2"/>
    <dgm:cxn modelId="{E2A58EB9-1857-45DD-BAA0-90B322C49804}" type="presParOf" srcId="{A79F9B36-AD5E-40E6-A90E-A75C9CA0D586}" destId="{F98123FA-0010-4BB4-8980-58419AA7BA26}" srcOrd="0" destOrd="0" presId="urn:microsoft.com/office/officeart/2005/8/layout/vList2"/>
    <dgm:cxn modelId="{86D0D911-2B2F-475F-AE1D-D0099C984724}" type="presParOf" srcId="{A79F9B36-AD5E-40E6-A90E-A75C9CA0D586}" destId="{4E35BE3A-4061-4FBF-A5D9-E36BD10A286F}" srcOrd="1" destOrd="0" presId="urn:microsoft.com/office/officeart/2005/8/layout/vList2"/>
    <dgm:cxn modelId="{643366F6-44C4-4C91-9ADE-F30C46662D19}" type="presParOf" srcId="{A79F9B36-AD5E-40E6-A90E-A75C9CA0D586}" destId="{54DF3857-890D-4D8E-BBB7-2962D7033E68}" srcOrd="2" destOrd="0" presId="urn:microsoft.com/office/officeart/2005/8/layout/vList2"/>
    <dgm:cxn modelId="{B8186EE9-2DA4-413A-899F-EC3D54184DE4}" type="presParOf" srcId="{A79F9B36-AD5E-40E6-A90E-A75C9CA0D586}" destId="{4EE76C68-E261-470A-BF60-DB9D44AC77CE}" srcOrd="3" destOrd="0" presId="urn:microsoft.com/office/officeart/2005/8/layout/vList2"/>
    <dgm:cxn modelId="{AFAC8527-933E-4411-AE5F-4C84366ACCF2}" type="presParOf" srcId="{A79F9B36-AD5E-40E6-A90E-A75C9CA0D586}" destId="{362C5005-1C76-4058-8FB0-332CBD7A0C3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6B79C1-60BF-440D-9A59-9E1A2CFF075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DD6F7E-6640-43BB-8D6D-E2CFCE1F3552}">
      <dgm:prSet/>
      <dgm:spPr/>
      <dgm:t>
        <a:bodyPr/>
        <a:lstStyle/>
        <a:p>
          <a:r>
            <a:rPr lang="en-US"/>
            <a:t>Abstraction: Person class</a:t>
          </a:r>
        </a:p>
      </dgm:t>
    </dgm:pt>
    <dgm:pt modelId="{4B93ED70-1831-43D5-9C38-9C753F7FE8A5}" type="parTrans" cxnId="{D0EDACAD-9368-4B77-B057-2F63F9B11069}">
      <dgm:prSet/>
      <dgm:spPr/>
      <dgm:t>
        <a:bodyPr/>
        <a:lstStyle/>
        <a:p>
          <a:endParaRPr lang="en-US"/>
        </a:p>
      </dgm:t>
    </dgm:pt>
    <dgm:pt modelId="{C5AB9A20-3CC3-41AA-9C68-C9D274CEA1EE}" type="sibTrans" cxnId="{D0EDACAD-9368-4B77-B057-2F63F9B11069}">
      <dgm:prSet/>
      <dgm:spPr/>
      <dgm:t>
        <a:bodyPr/>
        <a:lstStyle/>
        <a:p>
          <a:endParaRPr lang="en-US"/>
        </a:p>
      </dgm:t>
    </dgm:pt>
    <dgm:pt modelId="{ED9598F4-495B-410D-9116-09FACD261668}">
      <dgm:prSet/>
      <dgm:spPr/>
      <dgm:t>
        <a:bodyPr/>
        <a:lstStyle/>
        <a:p>
          <a:r>
            <a:rPr lang="en-US"/>
            <a:t>Inheritance: Student &amp; Teacher</a:t>
          </a:r>
        </a:p>
      </dgm:t>
    </dgm:pt>
    <dgm:pt modelId="{72CFB7AD-4D59-41CC-8D9F-E492F2B62996}" type="parTrans" cxnId="{0835B06C-9473-4B00-A1F7-B1FB032AC7C5}">
      <dgm:prSet/>
      <dgm:spPr/>
      <dgm:t>
        <a:bodyPr/>
        <a:lstStyle/>
        <a:p>
          <a:endParaRPr lang="en-US"/>
        </a:p>
      </dgm:t>
    </dgm:pt>
    <dgm:pt modelId="{7459FDA8-2723-426A-80FA-5DBBA624BA94}" type="sibTrans" cxnId="{0835B06C-9473-4B00-A1F7-B1FB032AC7C5}">
      <dgm:prSet/>
      <dgm:spPr/>
      <dgm:t>
        <a:bodyPr/>
        <a:lstStyle/>
        <a:p>
          <a:endParaRPr lang="en-US"/>
        </a:p>
      </dgm:t>
    </dgm:pt>
    <dgm:pt modelId="{28D3B3B6-EC04-4D69-8486-6D0C48726A0F}">
      <dgm:prSet/>
      <dgm:spPr/>
      <dgm:t>
        <a:bodyPr/>
        <a:lstStyle/>
        <a:p>
          <a:r>
            <a:rPr lang="en-US"/>
            <a:t>Polymorphism: displayRole()</a:t>
          </a:r>
        </a:p>
      </dgm:t>
    </dgm:pt>
    <dgm:pt modelId="{34C07637-B07A-4B94-8113-A3D8DCAF328F}" type="parTrans" cxnId="{98014382-D569-480A-B516-744F64230B6C}">
      <dgm:prSet/>
      <dgm:spPr/>
      <dgm:t>
        <a:bodyPr/>
        <a:lstStyle/>
        <a:p>
          <a:endParaRPr lang="en-US"/>
        </a:p>
      </dgm:t>
    </dgm:pt>
    <dgm:pt modelId="{A7F0AD1A-8343-4CE4-B4D8-91692F159D85}" type="sibTrans" cxnId="{98014382-D569-480A-B516-744F64230B6C}">
      <dgm:prSet/>
      <dgm:spPr/>
      <dgm:t>
        <a:bodyPr/>
        <a:lstStyle/>
        <a:p>
          <a:endParaRPr lang="en-US"/>
        </a:p>
      </dgm:t>
    </dgm:pt>
    <dgm:pt modelId="{BE4F3A32-FA0E-461B-AFCA-2DA066667D5E}">
      <dgm:prSet/>
      <dgm:spPr/>
      <dgm:t>
        <a:bodyPr/>
        <a:lstStyle/>
        <a:p>
          <a:r>
            <a:rPr lang="en-US"/>
            <a:t>Encapsulation: private attendance data</a:t>
          </a:r>
        </a:p>
      </dgm:t>
    </dgm:pt>
    <dgm:pt modelId="{7A900EB4-749A-4748-8C05-50475B8896A0}" type="parTrans" cxnId="{2FAC3B6B-E36B-4F4B-AA56-96124792B209}">
      <dgm:prSet/>
      <dgm:spPr/>
      <dgm:t>
        <a:bodyPr/>
        <a:lstStyle/>
        <a:p>
          <a:endParaRPr lang="en-US"/>
        </a:p>
      </dgm:t>
    </dgm:pt>
    <dgm:pt modelId="{AD8A7411-175B-49E9-BAF5-8E16334324EE}" type="sibTrans" cxnId="{2FAC3B6B-E36B-4F4B-AA56-96124792B209}">
      <dgm:prSet/>
      <dgm:spPr/>
      <dgm:t>
        <a:bodyPr/>
        <a:lstStyle/>
        <a:p>
          <a:endParaRPr lang="en-US"/>
        </a:p>
      </dgm:t>
    </dgm:pt>
    <dgm:pt modelId="{6B7DD92C-6CAA-422E-8B67-2E2DBD32FF24}" type="pres">
      <dgm:prSet presAssocID="{816B79C1-60BF-440D-9A59-9E1A2CFF075A}" presName="matrix" presStyleCnt="0">
        <dgm:presLayoutVars>
          <dgm:chMax val="1"/>
          <dgm:dir/>
          <dgm:resizeHandles val="exact"/>
        </dgm:presLayoutVars>
      </dgm:prSet>
      <dgm:spPr/>
    </dgm:pt>
    <dgm:pt modelId="{2BC9A4ED-05C3-4327-879D-2BFE8F3D5CE9}" type="pres">
      <dgm:prSet presAssocID="{816B79C1-60BF-440D-9A59-9E1A2CFF075A}" presName="diamond" presStyleLbl="bgShp" presStyleIdx="0" presStyleCnt="1"/>
      <dgm:spPr/>
    </dgm:pt>
    <dgm:pt modelId="{63AA43EB-60EC-4745-A6B0-F1B2129C8E34}" type="pres">
      <dgm:prSet presAssocID="{816B79C1-60BF-440D-9A59-9E1A2CFF075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00B0D0-E5CA-4E12-BA6C-FE875D249BB1}" type="pres">
      <dgm:prSet presAssocID="{816B79C1-60BF-440D-9A59-9E1A2CFF075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C60C74A-F1F6-4524-8A92-7D154F916C0C}" type="pres">
      <dgm:prSet presAssocID="{816B79C1-60BF-440D-9A59-9E1A2CFF075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A151EE7-B794-4891-BF6B-ABBF84EF8003}" type="pres">
      <dgm:prSet presAssocID="{816B79C1-60BF-440D-9A59-9E1A2CFF075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3FD3B0F-2A66-4154-B8F3-5530C274FF02}" type="presOf" srcId="{BE4F3A32-FA0E-461B-AFCA-2DA066667D5E}" destId="{BA151EE7-B794-4891-BF6B-ABBF84EF8003}" srcOrd="0" destOrd="0" presId="urn:microsoft.com/office/officeart/2005/8/layout/matrix3"/>
    <dgm:cxn modelId="{BFD4AD1C-06AB-4278-AD5B-0811603AFB02}" type="presOf" srcId="{816B79C1-60BF-440D-9A59-9E1A2CFF075A}" destId="{6B7DD92C-6CAA-422E-8B67-2E2DBD32FF24}" srcOrd="0" destOrd="0" presId="urn:microsoft.com/office/officeart/2005/8/layout/matrix3"/>
    <dgm:cxn modelId="{1B376E36-72AC-4F8B-AC2C-FA2B55A319F8}" type="presOf" srcId="{E1DD6F7E-6640-43BB-8D6D-E2CFCE1F3552}" destId="{63AA43EB-60EC-4745-A6B0-F1B2129C8E34}" srcOrd="0" destOrd="0" presId="urn:microsoft.com/office/officeart/2005/8/layout/matrix3"/>
    <dgm:cxn modelId="{2ECDFB3A-3C07-405B-B0FE-8ACF33C82D32}" type="presOf" srcId="{ED9598F4-495B-410D-9116-09FACD261668}" destId="{BE00B0D0-E5CA-4E12-BA6C-FE875D249BB1}" srcOrd="0" destOrd="0" presId="urn:microsoft.com/office/officeart/2005/8/layout/matrix3"/>
    <dgm:cxn modelId="{2FAC3B6B-E36B-4F4B-AA56-96124792B209}" srcId="{816B79C1-60BF-440D-9A59-9E1A2CFF075A}" destId="{BE4F3A32-FA0E-461B-AFCA-2DA066667D5E}" srcOrd="3" destOrd="0" parTransId="{7A900EB4-749A-4748-8C05-50475B8896A0}" sibTransId="{AD8A7411-175B-49E9-BAF5-8E16334324EE}"/>
    <dgm:cxn modelId="{0835B06C-9473-4B00-A1F7-B1FB032AC7C5}" srcId="{816B79C1-60BF-440D-9A59-9E1A2CFF075A}" destId="{ED9598F4-495B-410D-9116-09FACD261668}" srcOrd="1" destOrd="0" parTransId="{72CFB7AD-4D59-41CC-8D9F-E492F2B62996}" sibTransId="{7459FDA8-2723-426A-80FA-5DBBA624BA94}"/>
    <dgm:cxn modelId="{98014382-D569-480A-B516-744F64230B6C}" srcId="{816B79C1-60BF-440D-9A59-9E1A2CFF075A}" destId="{28D3B3B6-EC04-4D69-8486-6D0C48726A0F}" srcOrd="2" destOrd="0" parTransId="{34C07637-B07A-4B94-8113-A3D8DCAF328F}" sibTransId="{A7F0AD1A-8343-4CE4-B4D8-91692F159D85}"/>
    <dgm:cxn modelId="{580A9682-5005-48C2-AAB9-E4FC423BA419}" type="presOf" srcId="{28D3B3B6-EC04-4D69-8486-6D0C48726A0F}" destId="{4C60C74A-F1F6-4524-8A92-7D154F916C0C}" srcOrd="0" destOrd="0" presId="urn:microsoft.com/office/officeart/2005/8/layout/matrix3"/>
    <dgm:cxn modelId="{D0EDACAD-9368-4B77-B057-2F63F9B11069}" srcId="{816B79C1-60BF-440D-9A59-9E1A2CFF075A}" destId="{E1DD6F7E-6640-43BB-8D6D-E2CFCE1F3552}" srcOrd="0" destOrd="0" parTransId="{4B93ED70-1831-43D5-9C38-9C753F7FE8A5}" sibTransId="{C5AB9A20-3CC3-41AA-9C68-C9D274CEA1EE}"/>
    <dgm:cxn modelId="{8EFB10A9-7383-4265-B1B1-4A9E7D5D03DB}" type="presParOf" srcId="{6B7DD92C-6CAA-422E-8B67-2E2DBD32FF24}" destId="{2BC9A4ED-05C3-4327-879D-2BFE8F3D5CE9}" srcOrd="0" destOrd="0" presId="urn:microsoft.com/office/officeart/2005/8/layout/matrix3"/>
    <dgm:cxn modelId="{EA37882E-25AB-4494-BB29-CAA266297CC3}" type="presParOf" srcId="{6B7DD92C-6CAA-422E-8B67-2E2DBD32FF24}" destId="{63AA43EB-60EC-4745-A6B0-F1B2129C8E34}" srcOrd="1" destOrd="0" presId="urn:microsoft.com/office/officeart/2005/8/layout/matrix3"/>
    <dgm:cxn modelId="{3B909AD8-F957-42E6-9181-885849EDB849}" type="presParOf" srcId="{6B7DD92C-6CAA-422E-8B67-2E2DBD32FF24}" destId="{BE00B0D0-E5CA-4E12-BA6C-FE875D249BB1}" srcOrd="2" destOrd="0" presId="urn:microsoft.com/office/officeart/2005/8/layout/matrix3"/>
    <dgm:cxn modelId="{D0B3A962-5766-4B9A-847D-FCA8F716E3F6}" type="presParOf" srcId="{6B7DD92C-6CAA-422E-8B67-2E2DBD32FF24}" destId="{4C60C74A-F1F6-4524-8A92-7D154F916C0C}" srcOrd="3" destOrd="0" presId="urn:microsoft.com/office/officeart/2005/8/layout/matrix3"/>
    <dgm:cxn modelId="{EDC734B8-F0FA-4489-86AE-C80D2B2D0C66}" type="presParOf" srcId="{6B7DD92C-6CAA-422E-8B67-2E2DBD32FF24}" destId="{BA151EE7-B794-4891-BF6B-ABBF84EF800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F575C4-9353-48CB-A97A-C5BC8028F57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84B66F-DCC1-4D15-8546-C0205A78ACD2}">
      <dgm:prSet/>
      <dgm:spPr/>
      <dgm:t>
        <a:bodyPr/>
        <a:lstStyle/>
        <a:p>
          <a:pPr>
            <a:defRPr cap="all"/>
          </a:pPr>
          <a:r>
            <a:rPr lang="en-US"/>
            <a:t>Bulk attendance using space-separated IDs</a:t>
          </a:r>
        </a:p>
      </dgm:t>
    </dgm:pt>
    <dgm:pt modelId="{4D0E8208-CB94-4FFD-978B-112C90FFD855}" type="parTrans" cxnId="{83455249-E971-4CA5-A3B7-A6C9862CAF8A}">
      <dgm:prSet/>
      <dgm:spPr/>
      <dgm:t>
        <a:bodyPr/>
        <a:lstStyle/>
        <a:p>
          <a:endParaRPr lang="en-US"/>
        </a:p>
      </dgm:t>
    </dgm:pt>
    <dgm:pt modelId="{290C0A2F-5BBC-4C92-BD84-2C895045ECC2}" type="sibTrans" cxnId="{83455249-E971-4CA5-A3B7-A6C9862CAF8A}">
      <dgm:prSet/>
      <dgm:spPr/>
      <dgm:t>
        <a:bodyPr/>
        <a:lstStyle/>
        <a:p>
          <a:endParaRPr lang="en-US"/>
        </a:p>
      </dgm:t>
    </dgm:pt>
    <dgm:pt modelId="{D8D2D4B9-C7A8-4D06-B6B2-6ED86E2880A1}">
      <dgm:prSet/>
      <dgm:spPr/>
      <dgm:t>
        <a:bodyPr/>
        <a:lstStyle/>
        <a:p>
          <a:pPr>
            <a:defRPr cap="all"/>
          </a:pPr>
          <a:r>
            <a:rPr lang="en-US"/>
            <a:t>Marks present/absent automatically</a:t>
          </a:r>
        </a:p>
      </dgm:t>
    </dgm:pt>
    <dgm:pt modelId="{9A050C2F-8A21-4704-BFFE-CA6B0AC96CC6}" type="parTrans" cxnId="{E9B387C7-16B1-4191-88FA-1C1719DB3B9D}">
      <dgm:prSet/>
      <dgm:spPr/>
      <dgm:t>
        <a:bodyPr/>
        <a:lstStyle/>
        <a:p>
          <a:endParaRPr lang="en-US"/>
        </a:p>
      </dgm:t>
    </dgm:pt>
    <dgm:pt modelId="{EB3FAD58-1655-4DDB-B0FC-14C262C7202E}" type="sibTrans" cxnId="{E9B387C7-16B1-4191-88FA-1C1719DB3B9D}">
      <dgm:prSet/>
      <dgm:spPr/>
      <dgm:t>
        <a:bodyPr/>
        <a:lstStyle/>
        <a:p>
          <a:endParaRPr lang="en-US"/>
        </a:p>
      </dgm:t>
    </dgm:pt>
    <dgm:pt modelId="{FB6B0850-BDF4-483E-99E0-208F009705BA}">
      <dgm:prSet/>
      <dgm:spPr/>
      <dgm:t>
        <a:bodyPr/>
        <a:lstStyle/>
        <a:p>
          <a:pPr>
            <a:defRPr cap="all"/>
          </a:pPr>
          <a:r>
            <a:rPr lang="en-US"/>
            <a:t>Efficient for large classrooms</a:t>
          </a:r>
        </a:p>
      </dgm:t>
    </dgm:pt>
    <dgm:pt modelId="{691DF138-3EA7-469D-809A-7DE08269DD6F}" type="parTrans" cxnId="{EECFA3EE-ABDB-456D-9F0E-6AF058743C5B}">
      <dgm:prSet/>
      <dgm:spPr/>
      <dgm:t>
        <a:bodyPr/>
        <a:lstStyle/>
        <a:p>
          <a:endParaRPr lang="en-US"/>
        </a:p>
      </dgm:t>
    </dgm:pt>
    <dgm:pt modelId="{1E870DC0-C5BA-4F64-A6C6-02C999074918}" type="sibTrans" cxnId="{EECFA3EE-ABDB-456D-9F0E-6AF058743C5B}">
      <dgm:prSet/>
      <dgm:spPr/>
      <dgm:t>
        <a:bodyPr/>
        <a:lstStyle/>
        <a:p>
          <a:endParaRPr lang="en-US"/>
        </a:p>
      </dgm:t>
    </dgm:pt>
    <dgm:pt modelId="{17F93927-0AAD-45C5-B5A7-7E5F492B7A7E}" type="pres">
      <dgm:prSet presAssocID="{D6F575C4-9353-48CB-A97A-C5BC8028F579}" presName="root" presStyleCnt="0">
        <dgm:presLayoutVars>
          <dgm:dir/>
          <dgm:resizeHandles val="exact"/>
        </dgm:presLayoutVars>
      </dgm:prSet>
      <dgm:spPr/>
    </dgm:pt>
    <dgm:pt modelId="{69C4CEE0-5F80-45B1-8B67-C95B03684E59}" type="pres">
      <dgm:prSet presAssocID="{2E84B66F-DCC1-4D15-8546-C0205A78ACD2}" presName="compNode" presStyleCnt="0"/>
      <dgm:spPr/>
    </dgm:pt>
    <dgm:pt modelId="{551051DF-447D-4C97-881E-B7EFCAD245BE}" type="pres">
      <dgm:prSet presAssocID="{2E84B66F-DCC1-4D15-8546-C0205A78ACD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FB2C010-D42E-4D88-A029-9AB3925E2E94}" type="pres">
      <dgm:prSet presAssocID="{2E84B66F-DCC1-4D15-8546-C0205A78ACD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EDD970FA-D6FF-4708-8761-E11E38CD40AC}" type="pres">
      <dgm:prSet presAssocID="{2E84B66F-DCC1-4D15-8546-C0205A78ACD2}" presName="spaceRect" presStyleCnt="0"/>
      <dgm:spPr/>
    </dgm:pt>
    <dgm:pt modelId="{D1DB7411-31D2-42CE-AD45-36D9458E33EC}" type="pres">
      <dgm:prSet presAssocID="{2E84B66F-DCC1-4D15-8546-C0205A78ACD2}" presName="textRect" presStyleLbl="revTx" presStyleIdx="0" presStyleCnt="3">
        <dgm:presLayoutVars>
          <dgm:chMax val="1"/>
          <dgm:chPref val="1"/>
        </dgm:presLayoutVars>
      </dgm:prSet>
      <dgm:spPr/>
    </dgm:pt>
    <dgm:pt modelId="{D9A123AE-2A6A-4872-B0B6-741322B7C0A1}" type="pres">
      <dgm:prSet presAssocID="{290C0A2F-5BBC-4C92-BD84-2C895045ECC2}" presName="sibTrans" presStyleCnt="0"/>
      <dgm:spPr/>
    </dgm:pt>
    <dgm:pt modelId="{0BF49EB8-FE7E-43DB-84B3-0DFBDC9FFC58}" type="pres">
      <dgm:prSet presAssocID="{D8D2D4B9-C7A8-4D06-B6B2-6ED86E2880A1}" presName="compNode" presStyleCnt="0"/>
      <dgm:spPr/>
    </dgm:pt>
    <dgm:pt modelId="{1448B375-21C2-48DE-9CE1-3E3E8918E552}" type="pres">
      <dgm:prSet presAssocID="{D8D2D4B9-C7A8-4D06-B6B2-6ED86E2880A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D84CA93-2E49-4F0B-8617-01439E710AC1}" type="pres">
      <dgm:prSet presAssocID="{D8D2D4B9-C7A8-4D06-B6B2-6ED86E2880A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8A00AAE6-2DCF-4955-99E0-0C7ED749138E}" type="pres">
      <dgm:prSet presAssocID="{D8D2D4B9-C7A8-4D06-B6B2-6ED86E2880A1}" presName="spaceRect" presStyleCnt="0"/>
      <dgm:spPr/>
    </dgm:pt>
    <dgm:pt modelId="{A76D0809-E01A-4A68-B345-BC0E848018AD}" type="pres">
      <dgm:prSet presAssocID="{D8D2D4B9-C7A8-4D06-B6B2-6ED86E2880A1}" presName="textRect" presStyleLbl="revTx" presStyleIdx="1" presStyleCnt="3">
        <dgm:presLayoutVars>
          <dgm:chMax val="1"/>
          <dgm:chPref val="1"/>
        </dgm:presLayoutVars>
      </dgm:prSet>
      <dgm:spPr/>
    </dgm:pt>
    <dgm:pt modelId="{7711898A-7A69-4E11-A8A1-961DADF39983}" type="pres">
      <dgm:prSet presAssocID="{EB3FAD58-1655-4DDB-B0FC-14C262C7202E}" presName="sibTrans" presStyleCnt="0"/>
      <dgm:spPr/>
    </dgm:pt>
    <dgm:pt modelId="{BAC39606-5501-41F4-8D10-05360CCCA76B}" type="pres">
      <dgm:prSet presAssocID="{FB6B0850-BDF4-483E-99E0-208F009705BA}" presName="compNode" presStyleCnt="0"/>
      <dgm:spPr/>
    </dgm:pt>
    <dgm:pt modelId="{97384D7F-5CE0-4F7F-8DFC-50133A86D2DA}" type="pres">
      <dgm:prSet presAssocID="{FB6B0850-BDF4-483E-99E0-208F009705B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50FCBB0-4825-4A97-BF76-550D938EBBB3}" type="pres">
      <dgm:prSet presAssocID="{FB6B0850-BDF4-483E-99E0-208F009705B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90888FC-29A0-41A9-B88F-8FA0368D4A72}" type="pres">
      <dgm:prSet presAssocID="{FB6B0850-BDF4-483E-99E0-208F009705BA}" presName="spaceRect" presStyleCnt="0"/>
      <dgm:spPr/>
    </dgm:pt>
    <dgm:pt modelId="{22CD1FCD-57D0-4F51-B5BC-AC00E88A44FC}" type="pres">
      <dgm:prSet presAssocID="{FB6B0850-BDF4-483E-99E0-208F009705B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7DCC13A-02E1-4382-AF67-754C43B24E9B}" type="presOf" srcId="{FB6B0850-BDF4-483E-99E0-208F009705BA}" destId="{22CD1FCD-57D0-4F51-B5BC-AC00E88A44FC}" srcOrd="0" destOrd="0" presId="urn:microsoft.com/office/officeart/2018/5/layout/IconLeafLabelList"/>
    <dgm:cxn modelId="{83455249-E971-4CA5-A3B7-A6C9862CAF8A}" srcId="{D6F575C4-9353-48CB-A97A-C5BC8028F579}" destId="{2E84B66F-DCC1-4D15-8546-C0205A78ACD2}" srcOrd="0" destOrd="0" parTransId="{4D0E8208-CB94-4FFD-978B-112C90FFD855}" sibTransId="{290C0A2F-5BBC-4C92-BD84-2C895045ECC2}"/>
    <dgm:cxn modelId="{D12D2C8B-638E-4FA3-BBDA-5FA001DE85AD}" type="presOf" srcId="{D6F575C4-9353-48CB-A97A-C5BC8028F579}" destId="{17F93927-0AAD-45C5-B5A7-7E5F492B7A7E}" srcOrd="0" destOrd="0" presId="urn:microsoft.com/office/officeart/2018/5/layout/IconLeafLabelList"/>
    <dgm:cxn modelId="{C8BE7FB2-CE0F-4B80-A881-94B2FCD63312}" type="presOf" srcId="{D8D2D4B9-C7A8-4D06-B6B2-6ED86E2880A1}" destId="{A76D0809-E01A-4A68-B345-BC0E848018AD}" srcOrd="0" destOrd="0" presId="urn:microsoft.com/office/officeart/2018/5/layout/IconLeafLabelList"/>
    <dgm:cxn modelId="{E9B387C7-16B1-4191-88FA-1C1719DB3B9D}" srcId="{D6F575C4-9353-48CB-A97A-C5BC8028F579}" destId="{D8D2D4B9-C7A8-4D06-B6B2-6ED86E2880A1}" srcOrd="1" destOrd="0" parTransId="{9A050C2F-8A21-4704-BFFE-CA6B0AC96CC6}" sibTransId="{EB3FAD58-1655-4DDB-B0FC-14C262C7202E}"/>
    <dgm:cxn modelId="{EECFA3EE-ABDB-456D-9F0E-6AF058743C5B}" srcId="{D6F575C4-9353-48CB-A97A-C5BC8028F579}" destId="{FB6B0850-BDF4-483E-99E0-208F009705BA}" srcOrd="2" destOrd="0" parTransId="{691DF138-3EA7-469D-809A-7DE08269DD6F}" sibTransId="{1E870DC0-C5BA-4F64-A6C6-02C999074918}"/>
    <dgm:cxn modelId="{DE27E6F1-3678-4454-98FF-79E69A032942}" type="presOf" srcId="{2E84B66F-DCC1-4D15-8546-C0205A78ACD2}" destId="{D1DB7411-31D2-42CE-AD45-36D9458E33EC}" srcOrd="0" destOrd="0" presId="urn:microsoft.com/office/officeart/2018/5/layout/IconLeafLabelList"/>
    <dgm:cxn modelId="{0126A95B-2004-4827-B59A-CC988CCFAC2A}" type="presParOf" srcId="{17F93927-0AAD-45C5-B5A7-7E5F492B7A7E}" destId="{69C4CEE0-5F80-45B1-8B67-C95B03684E59}" srcOrd="0" destOrd="0" presId="urn:microsoft.com/office/officeart/2018/5/layout/IconLeafLabelList"/>
    <dgm:cxn modelId="{12D0653A-05CE-410D-A847-5486FB4104D6}" type="presParOf" srcId="{69C4CEE0-5F80-45B1-8B67-C95B03684E59}" destId="{551051DF-447D-4C97-881E-B7EFCAD245BE}" srcOrd="0" destOrd="0" presId="urn:microsoft.com/office/officeart/2018/5/layout/IconLeafLabelList"/>
    <dgm:cxn modelId="{4BD8E721-F834-4CF9-85B0-38DD9CD67A91}" type="presParOf" srcId="{69C4CEE0-5F80-45B1-8B67-C95B03684E59}" destId="{8FB2C010-D42E-4D88-A029-9AB3925E2E94}" srcOrd="1" destOrd="0" presId="urn:microsoft.com/office/officeart/2018/5/layout/IconLeafLabelList"/>
    <dgm:cxn modelId="{04500AD9-328D-499A-ACF2-D1CAE7406425}" type="presParOf" srcId="{69C4CEE0-5F80-45B1-8B67-C95B03684E59}" destId="{EDD970FA-D6FF-4708-8761-E11E38CD40AC}" srcOrd="2" destOrd="0" presId="urn:microsoft.com/office/officeart/2018/5/layout/IconLeafLabelList"/>
    <dgm:cxn modelId="{2633A595-FB2A-483A-9348-3D56C0D00D37}" type="presParOf" srcId="{69C4CEE0-5F80-45B1-8B67-C95B03684E59}" destId="{D1DB7411-31D2-42CE-AD45-36D9458E33EC}" srcOrd="3" destOrd="0" presId="urn:microsoft.com/office/officeart/2018/5/layout/IconLeafLabelList"/>
    <dgm:cxn modelId="{64394733-2A06-4593-9D9E-7E26ECCC918F}" type="presParOf" srcId="{17F93927-0AAD-45C5-B5A7-7E5F492B7A7E}" destId="{D9A123AE-2A6A-4872-B0B6-741322B7C0A1}" srcOrd="1" destOrd="0" presId="urn:microsoft.com/office/officeart/2018/5/layout/IconLeafLabelList"/>
    <dgm:cxn modelId="{5AC3B7BC-88FD-4FC0-A73B-34908CA8A9AB}" type="presParOf" srcId="{17F93927-0AAD-45C5-B5A7-7E5F492B7A7E}" destId="{0BF49EB8-FE7E-43DB-84B3-0DFBDC9FFC58}" srcOrd="2" destOrd="0" presId="urn:microsoft.com/office/officeart/2018/5/layout/IconLeafLabelList"/>
    <dgm:cxn modelId="{D30BE230-291A-430B-A712-F9D1B8EDEBF6}" type="presParOf" srcId="{0BF49EB8-FE7E-43DB-84B3-0DFBDC9FFC58}" destId="{1448B375-21C2-48DE-9CE1-3E3E8918E552}" srcOrd="0" destOrd="0" presId="urn:microsoft.com/office/officeart/2018/5/layout/IconLeafLabelList"/>
    <dgm:cxn modelId="{C50E38F7-787D-493A-9EAF-07B0BCDCDC23}" type="presParOf" srcId="{0BF49EB8-FE7E-43DB-84B3-0DFBDC9FFC58}" destId="{2D84CA93-2E49-4F0B-8617-01439E710AC1}" srcOrd="1" destOrd="0" presId="urn:microsoft.com/office/officeart/2018/5/layout/IconLeafLabelList"/>
    <dgm:cxn modelId="{DDD92376-694F-4DFD-8B76-C5C56E6DA367}" type="presParOf" srcId="{0BF49EB8-FE7E-43DB-84B3-0DFBDC9FFC58}" destId="{8A00AAE6-2DCF-4955-99E0-0C7ED749138E}" srcOrd="2" destOrd="0" presId="urn:microsoft.com/office/officeart/2018/5/layout/IconLeafLabelList"/>
    <dgm:cxn modelId="{FD4D4679-973B-423A-86BE-7F93CD32D468}" type="presParOf" srcId="{0BF49EB8-FE7E-43DB-84B3-0DFBDC9FFC58}" destId="{A76D0809-E01A-4A68-B345-BC0E848018AD}" srcOrd="3" destOrd="0" presId="urn:microsoft.com/office/officeart/2018/5/layout/IconLeafLabelList"/>
    <dgm:cxn modelId="{7055AD5A-C495-43AD-9A21-955B46BA9625}" type="presParOf" srcId="{17F93927-0AAD-45C5-B5A7-7E5F492B7A7E}" destId="{7711898A-7A69-4E11-A8A1-961DADF39983}" srcOrd="3" destOrd="0" presId="urn:microsoft.com/office/officeart/2018/5/layout/IconLeafLabelList"/>
    <dgm:cxn modelId="{E72AD09E-D211-48FB-AC57-C9A04738C991}" type="presParOf" srcId="{17F93927-0AAD-45C5-B5A7-7E5F492B7A7E}" destId="{BAC39606-5501-41F4-8D10-05360CCCA76B}" srcOrd="4" destOrd="0" presId="urn:microsoft.com/office/officeart/2018/5/layout/IconLeafLabelList"/>
    <dgm:cxn modelId="{E310064F-DBC3-4590-BBFF-343AA92C808C}" type="presParOf" srcId="{BAC39606-5501-41F4-8D10-05360CCCA76B}" destId="{97384D7F-5CE0-4F7F-8DFC-50133A86D2DA}" srcOrd="0" destOrd="0" presId="urn:microsoft.com/office/officeart/2018/5/layout/IconLeafLabelList"/>
    <dgm:cxn modelId="{38E25356-5602-4202-A050-574CA6AA4B67}" type="presParOf" srcId="{BAC39606-5501-41F4-8D10-05360CCCA76B}" destId="{650FCBB0-4825-4A97-BF76-550D938EBBB3}" srcOrd="1" destOrd="0" presId="urn:microsoft.com/office/officeart/2018/5/layout/IconLeafLabelList"/>
    <dgm:cxn modelId="{0494F5ED-4B5F-42B1-AEBE-A684A321F1F8}" type="presParOf" srcId="{BAC39606-5501-41F4-8D10-05360CCCA76B}" destId="{090888FC-29A0-41A9-B88F-8FA0368D4A72}" srcOrd="2" destOrd="0" presId="urn:microsoft.com/office/officeart/2018/5/layout/IconLeafLabelList"/>
    <dgm:cxn modelId="{0DD100BA-4E97-47FA-8532-5ADD764FA629}" type="presParOf" srcId="{BAC39606-5501-41F4-8D10-05360CCCA76B}" destId="{22CD1FCD-57D0-4F51-B5BC-AC00E88A44F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4490D9-7808-47B4-9A30-A3AB0BA4B581}" type="doc">
      <dgm:prSet loTypeId="urn:microsoft.com/office/officeart/2005/8/layout/process2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915430-91F1-49DB-93CB-0EB82317E9F8}">
      <dgm:prSet/>
      <dgm:spPr/>
      <dgm:t>
        <a:bodyPr/>
        <a:lstStyle/>
        <a:p>
          <a:r>
            <a:rPr lang="en-US"/>
            <a:t>Add students</a:t>
          </a:r>
        </a:p>
      </dgm:t>
    </dgm:pt>
    <dgm:pt modelId="{46D9D346-677B-46A9-BD10-C1F162686968}" type="parTrans" cxnId="{176CF2BC-ADF5-4043-B853-207983BC266F}">
      <dgm:prSet/>
      <dgm:spPr/>
      <dgm:t>
        <a:bodyPr/>
        <a:lstStyle/>
        <a:p>
          <a:endParaRPr lang="en-US"/>
        </a:p>
      </dgm:t>
    </dgm:pt>
    <dgm:pt modelId="{A61BD1E9-A5A4-493B-9F1B-4005D6434914}" type="sibTrans" cxnId="{176CF2BC-ADF5-4043-B853-207983BC266F}">
      <dgm:prSet/>
      <dgm:spPr/>
      <dgm:t>
        <a:bodyPr/>
        <a:lstStyle/>
        <a:p>
          <a:endParaRPr lang="en-US"/>
        </a:p>
      </dgm:t>
    </dgm:pt>
    <dgm:pt modelId="{B8597EDB-605A-4BF5-9D7A-92F1857CD39C}">
      <dgm:prSet/>
      <dgm:spPr/>
      <dgm:t>
        <a:bodyPr/>
        <a:lstStyle/>
        <a:p>
          <a:r>
            <a:rPr lang="en-US"/>
            <a:t>Mark attendance</a:t>
          </a:r>
        </a:p>
      </dgm:t>
    </dgm:pt>
    <dgm:pt modelId="{278C592C-B4B7-49DC-8B15-FD4B7728E294}" type="parTrans" cxnId="{78A18FBE-5DED-49A6-95A7-7F756C41B2A8}">
      <dgm:prSet/>
      <dgm:spPr/>
      <dgm:t>
        <a:bodyPr/>
        <a:lstStyle/>
        <a:p>
          <a:endParaRPr lang="en-US"/>
        </a:p>
      </dgm:t>
    </dgm:pt>
    <dgm:pt modelId="{4EAF20FC-A8E3-4BCF-B4A9-D7C0FF804725}" type="sibTrans" cxnId="{78A18FBE-5DED-49A6-95A7-7F756C41B2A8}">
      <dgm:prSet/>
      <dgm:spPr/>
      <dgm:t>
        <a:bodyPr/>
        <a:lstStyle/>
        <a:p>
          <a:endParaRPr lang="en-US"/>
        </a:p>
      </dgm:t>
    </dgm:pt>
    <dgm:pt modelId="{C1FE6EB0-FE3C-450F-BC06-7F2AD8D91A5F}">
      <dgm:prSet/>
      <dgm:spPr/>
      <dgm:t>
        <a:bodyPr/>
        <a:lstStyle/>
        <a:p>
          <a:r>
            <a:rPr lang="en-US"/>
            <a:t>Show percentage</a:t>
          </a:r>
        </a:p>
      </dgm:t>
    </dgm:pt>
    <dgm:pt modelId="{0996171C-AA46-4701-9AC5-F4013F296F96}" type="parTrans" cxnId="{6FCE81E4-5D03-4A1E-957E-8757AA7D012D}">
      <dgm:prSet/>
      <dgm:spPr/>
      <dgm:t>
        <a:bodyPr/>
        <a:lstStyle/>
        <a:p>
          <a:endParaRPr lang="en-US"/>
        </a:p>
      </dgm:t>
    </dgm:pt>
    <dgm:pt modelId="{377690F6-070D-4E04-A173-443903EF3EE9}" type="sibTrans" cxnId="{6FCE81E4-5D03-4A1E-957E-8757AA7D012D}">
      <dgm:prSet/>
      <dgm:spPr/>
      <dgm:t>
        <a:bodyPr/>
        <a:lstStyle/>
        <a:p>
          <a:endParaRPr lang="en-US"/>
        </a:p>
      </dgm:t>
    </dgm:pt>
    <dgm:pt modelId="{5A86D8E9-819E-4847-90C3-0A2C8DC2E814}">
      <dgm:prSet/>
      <dgm:spPr/>
      <dgm:t>
        <a:bodyPr/>
        <a:lstStyle/>
        <a:p>
          <a:r>
            <a:rPr lang="en-US"/>
            <a:t>Show low attendance</a:t>
          </a:r>
        </a:p>
      </dgm:t>
    </dgm:pt>
    <dgm:pt modelId="{1E298883-9A95-4657-B067-6FA047AA123B}" type="parTrans" cxnId="{46B9DD3F-110F-4DEC-A861-69001BD6CC4C}">
      <dgm:prSet/>
      <dgm:spPr/>
      <dgm:t>
        <a:bodyPr/>
        <a:lstStyle/>
        <a:p>
          <a:endParaRPr lang="en-US"/>
        </a:p>
      </dgm:t>
    </dgm:pt>
    <dgm:pt modelId="{5FB1F5F3-4FB3-4327-9B07-DAB9102CD8B3}" type="sibTrans" cxnId="{46B9DD3F-110F-4DEC-A861-69001BD6CC4C}">
      <dgm:prSet/>
      <dgm:spPr/>
      <dgm:t>
        <a:bodyPr/>
        <a:lstStyle/>
        <a:p>
          <a:endParaRPr lang="en-US"/>
        </a:p>
      </dgm:t>
    </dgm:pt>
    <dgm:pt modelId="{97E19564-E973-46C8-A1DC-F37BE527ACFE}">
      <dgm:prSet/>
      <dgm:spPr/>
      <dgm:t>
        <a:bodyPr/>
        <a:lstStyle/>
        <a:p>
          <a:r>
            <a:rPr lang="en-US"/>
            <a:t>Handles invalid input</a:t>
          </a:r>
        </a:p>
      </dgm:t>
    </dgm:pt>
    <dgm:pt modelId="{FD9ACD4F-7755-4BA0-AEC8-69E694FC3EC4}" type="parTrans" cxnId="{B2542202-70B5-4C5D-8372-E9A40B7F423A}">
      <dgm:prSet/>
      <dgm:spPr/>
      <dgm:t>
        <a:bodyPr/>
        <a:lstStyle/>
        <a:p>
          <a:endParaRPr lang="en-US"/>
        </a:p>
      </dgm:t>
    </dgm:pt>
    <dgm:pt modelId="{C653F057-55B4-4615-B94B-49072574BEED}" type="sibTrans" cxnId="{B2542202-70B5-4C5D-8372-E9A40B7F423A}">
      <dgm:prSet/>
      <dgm:spPr/>
      <dgm:t>
        <a:bodyPr/>
        <a:lstStyle/>
        <a:p>
          <a:endParaRPr lang="en-US"/>
        </a:p>
      </dgm:t>
    </dgm:pt>
    <dgm:pt modelId="{723FE482-9418-4103-83B5-7F2E48197E39}" type="pres">
      <dgm:prSet presAssocID="{B14490D9-7808-47B4-9A30-A3AB0BA4B581}" presName="linearFlow" presStyleCnt="0">
        <dgm:presLayoutVars>
          <dgm:resizeHandles val="exact"/>
        </dgm:presLayoutVars>
      </dgm:prSet>
      <dgm:spPr/>
    </dgm:pt>
    <dgm:pt modelId="{013CAE55-944F-4FC1-ABA3-EEEBE478A376}" type="pres">
      <dgm:prSet presAssocID="{86915430-91F1-49DB-93CB-0EB82317E9F8}" presName="node" presStyleLbl="node1" presStyleIdx="0" presStyleCnt="5">
        <dgm:presLayoutVars>
          <dgm:bulletEnabled val="1"/>
        </dgm:presLayoutVars>
      </dgm:prSet>
      <dgm:spPr/>
    </dgm:pt>
    <dgm:pt modelId="{B1610615-45CF-48B8-B08F-81A7C337EA5D}" type="pres">
      <dgm:prSet presAssocID="{A61BD1E9-A5A4-493B-9F1B-4005D6434914}" presName="sibTrans" presStyleLbl="sibTrans2D1" presStyleIdx="0" presStyleCnt="4"/>
      <dgm:spPr/>
    </dgm:pt>
    <dgm:pt modelId="{BA7F2FBA-605E-4F82-8DD4-5D9ED8A3EC10}" type="pres">
      <dgm:prSet presAssocID="{A61BD1E9-A5A4-493B-9F1B-4005D6434914}" presName="connectorText" presStyleLbl="sibTrans2D1" presStyleIdx="0" presStyleCnt="4"/>
      <dgm:spPr/>
    </dgm:pt>
    <dgm:pt modelId="{964DC591-3BA6-44AA-B63E-CD5D7FDD6724}" type="pres">
      <dgm:prSet presAssocID="{B8597EDB-605A-4BF5-9D7A-92F1857CD39C}" presName="node" presStyleLbl="node1" presStyleIdx="1" presStyleCnt="5">
        <dgm:presLayoutVars>
          <dgm:bulletEnabled val="1"/>
        </dgm:presLayoutVars>
      </dgm:prSet>
      <dgm:spPr/>
    </dgm:pt>
    <dgm:pt modelId="{02D8FC85-DB18-4FC7-92F9-68CA3DC40C3D}" type="pres">
      <dgm:prSet presAssocID="{4EAF20FC-A8E3-4BCF-B4A9-D7C0FF804725}" presName="sibTrans" presStyleLbl="sibTrans2D1" presStyleIdx="1" presStyleCnt="4"/>
      <dgm:spPr/>
    </dgm:pt>
    <dgm:pt modelId="{4BBA0166-0BC9-4512-8D4F-E1F93ADEC063}" type="pres">
      <dgm:prSet presAssocID="{4EAF20FC-A8E3-4BCF-B4A9-D7C0FF804725}" presName="connectorText" presStyleLbl="sibTrans2D1" presStyleIdx="1" presStyleCnt="4"/>
      <dgm:spPr/>
    </dgm:pt>
    <dgm:pt modelId="{D8F2E5E3-512E-4B8E-8E6B-2E1B9EE39DF2}" type="pres">
      <dgm:prSet presAssocID="{C1FE6EB0-FE3C-450F-BC06-7F2AD8D91A5F}" presName="node" presStyleLbl="node1" presStyleIdx="2" presStyleCnt="5">
        <dgm:presLayoutVars>
          <dgm:bulletEnabled val="1"/>
        </dgm:presLayoutVars>
      </dgm:prSet>
      <dgm:spPr/>
    </dgm:pt>
    <dgm:pt modelId="{11F9B3D2-2C22-447B-A7BA-6B82B7E5EFFB}" type="pres">
      <dgm:prSet presAssocID="{377690F6-070D-4E04-A173-443903EF3EE9}" presName="sibTrans" presStyleLbl="sibTrans2D1" presStyleIdx="2" presStyleCnt="4"/>
      <dgm:spPr/>
    </dgm:pt>
    <dgm:pt modelId="{48516F5A-251E-4775-84B9-99BFC1DB4604}" type="pres">
      <dgm:prSet presAssocID="{377690F6-070D-4E04-A173-443903EF3EE9}" presName="connectorText" presStyleLbl="sibTrans2D1" presStyleIdx="2" presStyleCnt="4"/>
      <dgm:spPr/>
    </dgm:pt>
    <dgm:pt modelId="{28BE7377-9BA0-4829-9A5F-497785BBAE43}" type="pres">
      <dgm:prSet presAssocID="{5A86D8E9-819E-4847-90C3-0A2C8DC2E814}" presName="node" presStyleLbl="node1" presStyleIdx="3" presStyleCnt="5">
        <dgm:presLayoutVars>
          <dgm:bulletEnabled val="1"/>
        </dgm:presLayoutVars>
      </dgm:prSet>
      <dgm:spPr/>
    </dgm:pt>
    <dgm:pt modelId="{1CAD0227-47BF-4362-9E04-28A0C2573966}" type="pres">
      <dgm:prSet presAssocID="{5FB1F5F3-4FB3-4327-9B07-DAB9102CD8B3}" presName="sibTrans" presStyleLbl="sibTrans2D1" presStyleIdx="3" presStyleCnt="4"/>
      <dgm:spPr/>
    </dgm:pt>
    <dgm:pt modelId="{F9BB8592-9554-4BD8-A800-E40FF7D885D4}" type="pres">
      <dgm:prSet presAssocID="{5FB1F5F3-4FB3-4327-9B07-DAB9102CD8B3}" presName="connectorText" presStyleLbl="sibTrans2D1" presStyleIdx="3" presStyleCnt="4"/>
      <dgm:spPr/>
    </dgm:pt>
    <dgm:pt modelId="{BE13971C-C0EE-441E-B12A-B1342F9B2864}" type="pres">
      <dgm:prSet presAssocID="{97E19564-E973-46C8-A1DC-F37BE527ACFE}" presName="node" presStyleLbl="node1" presStyleIdx="4" presStyleCnt="5">
        <dgm:presLayoutVars>
          <dgm:bulletEnabled val="1"/>
        </dgm:presLayoutVars>
      </dgm:prSet>
      <dgm:spPr/>
    </dgm:pt>
  </dgm:ptLst>
  <dgm:cxnLst>
    <dgm:cxn modelId="{B2542202-70B5-4C5D-8372-E9A40B7F423A}" srcId="{B14490D9-7808-47B4-9A30-A3AB0BA4B581}" destId="{97E19564-E973-46C8-A1DC-F37BE527ACFE}" srcOrd="4" destOrd="0" parTransId="{FD9ACD4F-7755-4BA0-AEC8-69E694FC3EC4}" sibTransId="{C653F057-55B4-4615-B94B-49072574BEED}"/>
    <dgm:cxn modelId="{34BC6B07-8420-47DB-A68B-16AA759884A0}" type="presOf" srcId="{5FB1F5F3-4FB3-4327-9B07-DAB9102CD8B3}" destId="{F9BB8592-9554-4BD8-A800-E40FF7D885D4}" srcOrd="1" destOrd="0" presId="urn:microsoft.com/office/officeart/2005/8/layout/process2"/>
    <dgm:cxn modelId="{06FDF221-E5FB-47AD-B202-7B0F6FA04D78}" type="presOf" srcId="{97E19564-E973-46C8-A1DC-F37BE527ACFE}" destId="{BE13971C-C0EE-441E-B12A-B1342F9B2864}" srcOrd="0" destOrd="0" presId="urn:microsoft.com/office/officeart/2005/8/layout/process2"/>
    <dgm:cxn modelId="{A53A3223-5925-4166-9035-AE19750B2B37}" type="presOf" srcId="{86915430-91F1-49DB-93CB-0EB82317E9F8}" destId="{013CAE55-944F-4FC1-ABA3-EEEBE478A376}" srcOrd="0" destOrd="0" presId="urn:microsoft.com/office/officeart/2005/8/layout/process2"/>
    <dgm:cxn modelId="{EF5F1525-A0EB-412B-902E-9AFFF21AB54B}" type="presOf" srcId="{5FB1F5F3-4FB3-4327-9B07-DAB9102CD8B3}" destId="{1CAD0227-47BF-4362-9E04-28A0C2573966}" srcOrd="0" destOrd="0" presId="urn:microsoft.com/office/officeart/2005/8/layout/process2"/>
    <dgm:cxn modelId="{7A561536-4983-4996-9C02-66BA85DE2A5C}" type="presOf" srcId="{4EAF20FC-A8E3-4BCF-B4A9-D7C0FF804725}" destId="{02D8FC85-DB18-4FC7-92F9-68CA3DC40C3D}" srcOrd="0" destOrd="0" presId="urn:microsoft.com/office/officeart/2005/8/layout/process2"/>
    <dgm:cxn modelId="{956B6A3A-06EF-49BD-AA70-02DAE41C2198}" type="presOf" srcId="{4EAF20FC-A8E3-4BCF-B4A9-D7C0FF804725}" destId="{4BBA0166-0BC9-4512-8D4F-E1F93ADEC063}" srcOrd="1" destOrd="0" presId="urn:microsoft.com/office/officeart/2005/8/layout/process2"/>
    <dgm:cxn modelId="{52B6B23F-70BB-4080-A1DB-EFA97AAD20AD}" type="presOf" srcId="{A61BD1E9-A5A4-493B-9F1B-4005D6434914}" destId="{B1610615-45CF-48B8-B08F-81A7C337EA5D}" srcOrd="0" destOrd="0" presId="urn:microsoft.com/office/officeart/2005/8/layout/process2"/>
    <dgm:cxn modelId="{46B9DD3F-110F-4DEC-A861-69001BD6CC4C}" srcId="{B14490D9-7808-47B4-9A30-A3AB0BA4B581}" destId="{5A86D8E9-819E-4847-90C3-0A2C8DC2E814}" srcOrd="3" destOrd="0" parTransId="{1E298883-9A95-4657-B067-6FA047AA123B}" sibTransId="{5FB1F5F3-4FB3-4327-9B07-DAB9102CD8B3}"/>
    <dgm:cxn modelId="{49F54A53-296B-4F81-9661-ABAD103C0945}" type="presOf" srcId="{377690F6-070D-4E04-A173-443903EF3EE9}" destId="{11F9B3D2-2C22-447B-A7BA-6B82B7E5EFFB}" srcOrd="0" destOrd="0" presId="urn:microsoft.com/office/officeart/2005/8/layout/process2"/>
    <dgm:cxn modelId="{AB09058C-7678-43F9-B985-20B3C35F4B36}" type="presOf" srcId="{B14490D9-7808-47B4-9A30-A3AB0BA4B581}" destId="{723FE482-9418-4103-83B5-7F2E48197E39}" srcOrd="0" destOrd="0" presId="urn:microsoft.com/office/officeart/2005/8/layout/process2"/>
    <dgm:cxn modelId="{0B12DB95-72E3-4FEA-8E54-44231EAFAD0F}" type="presOf" srcId="{C1FE6EB0-FE3C-450F-BC06-7F2AD8D91A5F}" destId="{D8F2E5E3-512E-4B8E-8E6B-2E1B9EE39DF2}" srcOrd="0" destOrd="0" presId="urn:microsoft.com/office/officeart/2005/8/layout/process2"/>
    <dgm:cxn modelId="{7D9678AE-0C46-4243-BA06-0C39F83244AF}" type="presOf" srcId="{377690F6-070D-4E04-A173-443903EF3EE9}" destId="{48516F5A-251E-4775-84B9-99BFC1DB4604}" srcOrd="1" destOrd="0" presId="urn:microsoft.com/office/officeart/2005/8/layout/process2"/>
    <dgm:cxn modelId="{176CF2BC-ADF5-4043-B853-207983BC266F}" srcId="{B14490D9-7808-47B4-9A30-A3AB0BA4B581}" destId="{86915430-91F1-49DB-93CB-0EB82317E9F8}" srcOrd="0" destOrd="0" parTransId="{46D9D346-677B-46A9-BD10-C1F162686968}" sibTransId="{A61BD1E9-A5A4-493B-9F1B-4005D6434914}"/>
    <dgm:cxn modelId="{78A18FBE-5DED-49A6-95A7-7F756C41B2A8}" srcId="{B14490D9-7808-47B4-9A30-A3AB0BA4B581}" destId="{B8597EDB-605A-4BF5-9D7A-92F1857CD39C}" srcOrd="1" destOrd="0" parTransId="{278C592C-B4B7-49DC-8B15-FD4B7728E294}" sibTransId="{4EAF20FC-A8E3-4BCF-B4A9-D7C0FF804725}"/>
    <dgm:cxn modelId="{4A2CF0CD-4182-4F83-8CB4-6CAF558CAB67}" type="presOf" srcId="{A61BD1E9-A5A4-493B-9F1B-4005D6434914}" destId="{BA7F2FBA-605E-4F82-8DD4-5D9ED8A3EC10}" srcOrd="1" destOrd="0" presId="urn:microsoft.com/office/officeart/2005/8/layout/process2"/>
    <dgm:cxn modelId="{6FCE81E4-5D03-4A1E-957E-8757AA7D012D}" srcId="{B14490D9-7808-47B4-9A30-A3AB0BA4B581}" destId="{C1FE6EB0-FE3C-450F-BC06-7F2AD8D91A5F}" srcOrd="2" destOrd="0" parTransId="{0996171C-AA46-4701-9AC5-F4013F296F96}" sibTransId="{377690F6-070D-4E04-A173-443903EF3EE9}"/>
    <dgm:cxn modelId="{2BA98CEF-2CF4-4103-AB01-7A12FB93AA5F}" type="presOf" srcId="{B8597EDB-605A-4BF5-9D7A-92F1857CD39C}" destId="{964DC591-3BA6-44AA-B63E-CD5D7FDD6724}" srcOrd="0" destOrd="0" presId="urn:microsoft.com/office/officeart/2005/8/layout/process2"/>
    <dgm:cxn modelId="{59205FF1-4719-4BF9-B7AE-DBFF47425D35}" type="presOf" srcId="{5A86D8E9-819E-4847-90C3-0A2C8DC2E814}" destId="{28BE7377-9BA0-4829-9A5F-497785BBAE43}" srcOrd="0" destOrd="0" presId="urn:microsoft.com/office/officeart/2005/8/layout/process2"/>
    <dgm:cxn modelId="{9A80F0D7-3195-42A2-B7BB-79D60BCC00A8}" type="presParOf" srcId="{723FE482-9418-4103-83B5-7F2E48197E39}" destId="{013CAE55-944F-4FC1-ABA3-EEEBE478A376}" srcOrd="0" destOrd="0" presId="urn:microsoft.com/office/officeart/2005/8/layout/process2"/>
    <dgm:cxn modelId="{791F41E5-8B8B-4D53-BB44-8A53D0BC1006}" type="presParOf" srcId="{723FE482-9418-4103-83B5-7F2E48197E39}" destId="{B1610615-45CF-48B8-B08F-81A7C337EA5D}" srcOrd="1" destOrd="0" presId="urn:microsoft.com/office/officeart/2005/8/layout/process2"/>
    <dgm:cxn modelId="{9FED014E-67F3-42DA-AFC8-80C9F213CB02}" type="presParOf" srcId="{B1610615-45CF-48B8-B08F-81A7C337EA5D}" destId="{BA7F2FBA-605E-4F82-8DD4-5D9ED8A3EC10}" srcOrd="0" destOrd="0" presId="urn:microsoft.com/office/officeart/2005/8/layout/process2"/>
    <dgm:cxn modelId="{5CEBC3C3-A564-45F1-9BAD-B7D88B2E9524}" type="presParOf" srcId="{723FE482-9418-4103-83B5-7F2E48197E39}" destId="{964DC591-3BA6-44AA-B63E-CD5D7FDD6724}" srcOrd="2" destOrd="0" presId="urn:microsoft.com/office/officeart/2005/8/layout/process2"/>
    <dgm:cxn modelId="{6579B75D-EED3-4EAA-A936-5955DB713B50}" type="presParOf" srcId="{723FE482-9418-4103-83B5-7F2E48197E39}" destId="{02D8FC85-DB18-4FC7-92F9-68CA3DC40C3D}" srcOrd="3" destOrd="0" presId="urn:microsoft.com/office/officeart/2005/8/layout/process2"/>
    <dgm:cxn modelId="{528CDAAE-670F-42F2-90D5-474270494A86}" type="presParOf" srcId="{02D8FC85-DB18-4FC7-92F9-68CA3DC40C3D}" destId="{4BBA0166-0BC9-4512-8D4F-E1F93ADEC063}" srcOrd="0" destOrd="0" presId="urn:microsoft.com/office/officeart/2005/8/layout/process2"/>
    <dgm:cxn modelId="{B67CE4A2-E84C-49B6-8DEC-42D03F580769}" type="presParOf" srcId="{723FE482-9418-4103-83B5-7F2E48197E39}" destId="{D8F2E5E3-512E-4B8E-8E6B-2E1B9EE39DF2}" srcOrd="4" destOrd="0" presId="urn:microsoft.com/office/officeart/2005/8/layout/process2"/>
    <dgm:cxn modelId="{E517A888-A5AA-491F-BF95-3084A68F4850}" type="presParOf" srcId="{723FE482-9418-4103-83B5-7F2E48197E39}" destId="{11F9B3D2-2C22-447B-A7BA-6B82B7E5EFFB}" srcOrd="5" destOrd="0" presId="urn:microsoft.com/office/officeart/2005/8/layout/process2"/>
    <dgm:cxn modelId="{61359E2A-5E82-4BB0-8925-617DB242C09C}" type="presParOf" srcId="{11F9B3D2-2C22-447B-A7BA-6B82B7E5EFFB}" destId="{48516F5A-251E-4775-84B9-99BFC1DB4604}" srcOrd="0" destOrd="0" presId="urn:microsoft.com/office/officeart/2005/8/layout/process2"/>
    <dgm:cxn modelId="{64D1AE81-90F4-4BB6-B9F3-4A03AC4EDFD2}" type="presParOf" srcId="{723FE482-9418-4103-83B5-7F2E48197E39}" destId="{28BE7377-9BA0-4829-9A5F-497785BBAE43}" srcOrd="6" destOrd="0" presId="urn:microsoft.com/office/officeart/2005/8/layout/process2"/>
    <dgm:cxn modelId="{0663A9E3-15F9-4FC9-B51A-EB36F6CA7C7C}" type="presParOf" srcId="{723FE482-9418-4103-83B5-7F2E48197E39}" destId="{1CAD0227-47BF-4362-9E04-28A0C2573966}" srcOrd="7" destOrd="0" presId="urn:microsoft.com/office/officeart/2005/8/layout/process2"/>
    <dgm:cxn modelId="{5338C678-E132-432F-98D8-48D196151538}" type="presParOf" srcId="{1CAD0227-47BF-4362-9E04-28A0C2573966}" destId="{F9BB8592-9554-4BD8-A800-E40FF7D885D4}" srcOrd="0" destOrd="0" presId="urn:microsoft.com/office/officeart/2005/8/layout/process2"/>
    <dgm:cxn modelId="{87355F3A-151D-4F62-ADBF-629E296C3652}" type="presParOf" srcId="{723FE482-9418-4103-83B5-7F2E48197E39}" destId="{BE13971C-C0EE-441E-B12A-B1342F9B286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123FA-0010-4BB4-8980-58419AA7BA26}">
      <dsp:nvSpPr>
        <dsp:cNvPr id="0" name=""/>
        <dsp:cNvSpPr/>
      </dsp:nvSpPr>
      <dsp:spPr>
        <a:xfrm>
          <a:off x="0" y="48754"/>
          <a:ext cx="7289800" cy="12431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CLI → AttendanceManager → Student</a:t>
          </a:r>
        </a:p>
      </dsp:txBody>
      <dsp:txXfrm>
        <a:off x="60684" y="109438"/>
        <a:ext cx="7168432" cy="1121757"/>
      </dsp:txXfrm>
    </dsp:sp>
    <dsp:sp modelId="{54DF3857-890D-4D8E-BBB7-2962D7033E68}">
      <dsp:nvSpPr>
        <dsp:cNvPr id="0" name=""/>
        <dsp:cNvSpPr/>
      </dsp:nvSpPr>
      <dsp:spPr>
        <a:xfrm>
          <a:off x="0" y="1389800"/>
          <a:ext cx="7289800" cy="1243125"/>
        </a:xfrm>
        <a:prstGeom prst="roundRect">
          <a:avLst/>
        </a:prstGeom>
        <a:gradFill rotWithShape="0">
          <a:gsLst>
            <a:gs pos="0">
              <a:schemeClr val="accent5">
                <a:hueOff val="1178392"/>
                <a:satOff val="-5635"/>
                <a:lumOff val="617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1178392"/>
                <a:satOff val="-5635"/>
                <a:lumOff val="617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1178392"/>
              <a:satOff val="-5635"/>
              <a:lumOff val="617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Classes: Person (abstract), Student, Teacher</a:t>
          </a:r>
        </a:p>
      </dsp:txBody>
      <dsp:txXfrm>
        <a:off x="60684" y="1450484"/>
        <a:ext cx="7168432" cy="1121757"/>
      </dsp:txXfrm>
    </dsp:sp>
    <dsp:sp modelId="{362C5005-1C76-4058-8FB0-332CBD7A0C3F}">
      <dsp:nvSpPr>
        <dsp:cNvPr id="0" name=""/>
        <dsp:cNvSpPr/>
      </dsp:nvSpPr>
      <dsp:spPr>
        <a:xfrm>
          <a:off x="0" y="2730845"/>
          <a:ext cx="7289800" cy="1243125"/>
        </a:xfrm>
        <a:prstGeom prst="roundRect">
          <a:avLst/>
        </a:prstGeom>
        <a:gradFill rotWithShape="0">
          <a:gsLst>
            <a:gs pos="0">
              <a:schemeClr val="accent5">
                <a:hueOff val="2356783"/>
                <a:satOff val="-11270"/>
                <a:lumOff val="1235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2356783"/>
                <a:satOff val="-11270"/>
                <a:lumOff val="1235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2356783"/>
              <a:satOff val="-11270"/>
              <a:lumOff val="12353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Package: model / service / main</a:t>
          </a:r>
        </a:p>
      </dsp:txBody>
      <dsp:txXfrm>
        <a:off x="60684" y="2791529"/>
        <a:ext cx="7168432" cy="1121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9A4ED-05C3-4327-879D-2BFE8F3D5CE9}">
      <dsp:nvSpPr>
        <dsp:cNvPr id="0" name=""/>
        <dsp:cNvSpPr/>
      </dsp:nvSpPr>
      <dsp:spPr>
        <a:xfrm>
          <a:off x="263376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A43EB-60EC-4745-A6B0-F1B2129C8E34}">
      <dsp:nvSpPr>
        <dsp:cNvPr id="0" name=""/>
        <dsp:cNvSpPr/>
      </dsp:nvSpPr>
      <dsp:spPr>
        <a:xfrm>
          <a:off x="645595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Abstraction: Person class</a:t>
          </a:r>
        </a:p>
      </dsp:txBody>
      <dsp:txXfrm>
        <a:off x="722193" y="458817"/>
        <a:ext cx="1415914" cy="1415914"/>
      </dsp:txXfrm>
    </dsp:sp>
    <dsp:sp modelId="{BE00B0D0-E5CA-4E12-BA6C-FE875D249BB1}">
      <dsp:nvSpPr>
        <dsp:cNvPr id="0" name=""/>
        <dsp:cNvSpPr/>
      </dsp:nvSpPr>
      <dsp:spPr>
        <a:xfrm>
          <a:off x="2335406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Inheritance: Student &amp; Teacher</a:t>
          </a:r>
        </a:p>
      </dsp:txBody>
      <dsp:txXfrm>
        <a:off x="2412004" y="458817"/>
        <a:ext cx="1415914" cy="1415914"/>
      </dsp:txXfrm>
    </dsp:sp>
    <dsp:sp modelId="{4C60C74A-F1F6-4524-8A92-7D154F916C0C}">
      <dsp:nvSpPr>
        <dsp:cNvPr id="0" name=""/>
        <dsp:cNvSpPr/>
      </dsp:nvSpPr>
      <dsp:spPr>
        <a:xfrm>
          <a:off x="645595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Polymorphism: displayRole()</a:t>
          </a:r>
        </a:p>
      </dsp:txBody>
      <dsp:txXfrm>
        <a:off x="722193" y="2148628"/>
        <a:ext cx="1415914" cy="1415914"/>
      </dsp:txXfrm>
    </dsp:sp>
    <dsp:sp modelId="{BA151EE7-B794-4891-BF6B-ABBF84EF8003}">
      <dsp:nvSpPr>
        <dsp:cNvPr id="0" name=""/>
        <dsp:cNvSpPr/>
      </dsp:nvSpPr>
      <dsp:spPr>
        <a:xfrm>
          <a:off x="2335406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Encapsulation: private attendance data</a:t>
          </a:r>
        </a:p>
      </dsp:txBody>
      <dsp:txXfrm>
        <a:off x="2412004" y="2148628"/>
        <a:ext cx="1415914" cy="1415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051DF-447D-4C97-881E-B7EFCAD245BE}">
      <dsp:nvSpPr>
        <dsp:cNvPr id="0" name=""/>
        <dsp:cNvSpPr/>
      </dsp:nvSpPr>
      <dsp:spPr>
        <a:xfrm>
          <a:off x="481399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2C010-D42E-4D88-A029-9AB3925E2E94}">
      <dsp:nvSpPr>
        <dsp:cNvPr id="0" name=""/>
        <dsp:cNvSpPr/>
      </dsp:nvSpPr>
      <dsp:spPr>
        <a:xfrm>
          <a:off x="759274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B7411-31D2-42CE-AD45-36D9458E33EC}">
      <dsp:nvSpPr>
        <dsp:cNvPr id="0" name=""/>
        <dsp:cNvSpPr/>
      </dsp:nvSpPr>
      <dsp:spPr>
        <a:xfrm>
          <a:off x="64587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Bulk attendance using space-separated IDs</a:t>
          </a:r>
        </a:p>
      </dsp:txBody>
      <dsp:txXfrm>
        <a:off x="64587" y="2506362"/>
        <a:ext cx="2137500" cy="720000"/>
      </dsp:txXfrm>
    </dsp:sp>
    <dsp:sp modelId="{1448B375-21C2-48DE-9CE1-3E3E8918E552}">
      <dsp:nvSpPr>
        <dsp:cNvPr id="0" name=""/>
        <dsp:cNvSpPr/>
      </dsp:nvSpPr>
      <dsp:spPr>
        <a:xfrm>
          <a:off x="2992962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4CA93-2E49-4F0B-8617-01439E710AC1}">
      <dsp:nvSpPr>
        <dsp:cNvPr id="0" name=""/>
        <dsp:cNvSpPr/>
      </dsp:nvSpPr>
      <dsp:spPr>
        <a:xfrm>
          <a:off x="3270837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D0809-E01A-4A68-B345-BC0E848018AD}">
      <dsp:nvSpPr>
        <dsp:cNvPr id="0" name=""/>
        <dsp:cNvSpPr/>
      </dsp:nvSpPr>
      <dsp:spPr>
        <a:xfrm>
          <a:off x="2576150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Marks present/absent automatically</a:t>
          </a:r>
        </a:p>
      </dsp:txBody>
      <dsp:txXfrm>
        <a:off x="2576150" y="2506362"/>
        <a:ext cx="2137500" cy="720000"/>
      </dsp:txXfrm>
    </dsp:sp>
    <dsp:sp modelId="{97384D7F-5CE0-4F7F-8DFC-50133A86D2DA}">
      <dsp:nvSpPr>
        <dsp:cNvPr id="0" name=""/>
        <dsp:cNvSpPr/>
      </dsp:nvSpPr>
      <dsp:spPr>
        <a:xfrm>
          <a:off x="5504524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FCBB0-4825-4A97-BF76-550D938EBBB3}">
      <dsp:nvSpPr>
        <dsp:cNvPr id="0" name=""/>
        <dsp:cNvSpPr/>
      </dsp:nvSpPr>
      <dsp:spPr>
        <a:xfrm>
          <a:off x="5782399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D1FCD-57D0-4F51-B5BC-AC00E88A44FC}">
      <dsp:nvSpPr>
        <dsp:cNvPr id="0" name=""/>
        <dsp:cNvSpPr/>
      </dsp:nvSpPr>
      <dsp:spPr>
        <a:xfrm>
          <a:off x="5087712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Efficient for large classrooms</a:t>
          </a:r>
        </a:p>
      </dsp:txBody>
      <dsp:txXfrm>
        <a:off x="5087712" y="2506362"/>
        <a:ext cx="21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CAE55-944F-4FC1-ABA3-EEEBE478A376}">
      <dsp:nvSpPr>
        <dsp:cNvPr id="0" name=""/>
        <dsp:cNvSpPr/>
      </dsp:nvSpPr>
      <dsp:spPr>
        <a:xfrm>
          <a:off x="2587441" y="491"/>
          <a:ext cx="2115171" cy="574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students</a:t>
          </a:r>
        </a:p>
      </dsp:txBody>
      <dsp:txXfrm>
        <a:off x="2604271" y="17321"/>
        <a:ext cx="2081511" cy="540965"/>
      </dsp:txXfrm>
    </dsp:sp>
    <dsp:sp modelId="{B1610615-45CF-48B8-B08F-81A7C337EA5D}">
      <dsp:nvSpPr>
        <dsp:cNvPr id="0" name=""/>
        <dsp:cNvSpPr/>
      </dsp:nvSpPr>
      <dsp:spPr>
        <a:xfrm rot="5400000">
          <a:off x="3537284" y="589482"/>
          <a:ext cx="215484" cy="2585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567452" y="611031"/>
        <a:ext cx="155149" cy="150839"/>
      </dsp:txXfrm>
    </dsp:sp>
    <dsp:sp modelId="{964DC591-3BA6-44AA-B63E-CD5D7FDD6724}">
      <dsp:nvSpPr>
        <dsp:cNvPr id="0" name=""/>
        <dsp:cNvSpPr/>
      </dsp:nvSpPr>
      <dsp:spPr>
        <a:xfrm>
          <a:off x="2587441" y="862429"/>
          <a:ext cx="2115171" cy="574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0843"/>
                <a:satOff val="373"/>
                <a:lumOff val="882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330843"/>
                <a:satOff val="373"/>
                <a:lumOff val="882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330843"/>
              <a:satOff val="373"/>
              <a:lumOff val="882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 attendance</a:t>
          </a:r>
        </a:p>
      </dsp:txBody>
      <dsp:txXfrm>
        <a:off x="2604271" y="879259"/>
        <a:ext cx="2081511" cy="540965"/>
      </dsp:txXfrm>
    </dsp:sp>
    <dsp:sp modelId="{02D8FC85-DB18-4FC7-92F9-68CA3DC40C3D}">
      <dsp:nvSpPr>
        <dsp:cNvPr id="0" name=""/>
        <dsp:cNvSpPr/>
      </dsp:nvSpPr>
      <dsp:spPr>
        <a:xfrm rot="5400000">
          <a:off x="3537284" y="1451420"/>
          <a:ext cx="215484" cy="2585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441124"/>
                <a:satOff val="497"/>
                <a:lumOff val="117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441124"/>
                <a:satOff val="497"/>
                <a:lumOff val="117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441124"/>
              <a:satOff val="497"/>
              <a:lumOff val="117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567452" y="1472969"/>
        <a:ext cx="155149" cy="150839"/>
      </dsp:txXfrm>
    </dsp:sp>
    <dsp:sp modelId="{D8F2E5E3-512E-4B8E-8E6B-2E1B9EE39DF2}">
      <dsp:nvSpPr>
        <dsp:cNvPr id="0" name=""/>
        <dsp:cNvSpPr/>
      </dsp:nvSpPr>
      <dsp:spPr>
        <a:xfrm>
          <a:off x="2587441" y="1724367"/>
          <a:ext cx="2115171" cy="574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61686"/>
                <a:satOff val="746"/>
                <a:lumOff val="176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661686"/>
                <a:satOff val="746"/>
                <a:lumOff val="176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661686"/>
              <a:satOff val="746"/>
              <a:lumOff val="176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Show percentage</a:t>
          </a:r>
        </a:p>
      </dsp:txBody>
      <dsp:txXfrm>
        <a:off x="2604271" y="1741197"/>
        <a:ext cx="2081511" cy="540965"/>
      </dsp:txXfrm>
    </dsp:sp>
    <dsp:sp modelId="{11F9B3D2-2C22-447B-A7BA-6B82B7E5EFFB}">
      <dsp:nvSpPr>
        <dsp:cNvPr id="0" name=""/>
        <dsp:cNvSpPr/>
      </dsp:nvSpPr>
      <dsp:spPr>
        <a:xfrm rot="5400000">
          <a:off x="3537284" y="2313358"/>
          <a:ext cx="215484" cy="2585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882249"/>
                <a:satOff val="995"/>
                <a:lumOff val="235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882249"/>
                <a:satOff val="995"/>
                <a:lumOff val="235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882249"/>
              <a:satOff val="995"/>
              <a:lumOff val="2353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567452" y="2334907"/>
        <a:ext cx="155149" cy="150839"/>
      </dsp:txXfrm>
    </dsp:sp>
    <dsp:sp modelId="{28BE7377-9BA0-4829-9A5F-497785BBAE43}">
      <dsp:nvSpPr>
        <dsp:cNvPr id="0" name=""/>
        <dsp:cNvSpPr/>
      </dsp:nvSpPr>
      <dsp:spPr>
        <a:xfrm>
          <a:off x="2587441" y="2586305"/>
          <a:ext cx="2115171" cy="574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92530"/>
                <a:satOff val="1119"/>
                <a:lumOff val="264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992530"/>
                <a:satOff val="1119"/>
                <a:lumOff val="264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992530"/>
              <a:satOff val="1119"/>
              <a:lumOff val="264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Show low attendance</a:t>
          </a:r>
        </a:p>
      </dsp:txBody>
      <dsp:txXfrm>
        <a:off x="2604271" y="2603135"/>
        <a:ext cx="2081511" cy="540965"/>
      </dsp:txXfrm>
    </dsp:sp>
    <dsp:sp modelId="{1CAD0227-47BF-4362-9E04-28A0C2573966}">
      <dsp:nvSpPr>
        <dsp:cNvPr id="0" name=""/>
        <dsp:cNvSpPr/>
      </dsp:nvSpPr>
      <dsp:spPr>
        <a:xfrm rot="5400000">
          <a:off x="3537284" y="3175296"/>
          <a:ext cx="215484" cy="2585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323373"/>
                <a:satOff val="1492"/>
                <a:lumOff val="353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1323373"/>
                <a:satOff val="1492"/>
                <a:lumOff val="353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1323373"/>
              <a:satOff val="1492"/>
              <a:lumOff val="353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567452" y="3196845"/>
        <a:ext cx="155149" cy="150839"/>
      </dsp:txXfrm>
    </dsp:sp>
    <dsp:sp modelId="{BE13971C-C0EE-441E-B12A-B1342F9B2864}">
      <dsp:nvSpPr>
        <dsp:cNvPr id="0" name=""/>
        <dsp:cNvSpPr/>
      </dsp:nvSpPr>
      <dsp:spPr>
        <a:xfrm>
          <a:off x="2587441" y="3448243"/>
          <a:ext cx="2115171" cy="574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23373"/>
                <a:satOff val="1492"/>
                <a:lumOff val="353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1323373"/>
                <a:satOff val="1492"/>
                <a:lumOff val="353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2">
              <a:hueOff val="-1323373"/>
              <a:satOff val="1492"/>
              <a:lumOff val="353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Handles invalid input</a:t>
          </a:r>
        </a:p>
      </dsp:txBody>
      <dsp:txXfrm>
        <a:off x="2604271" y="3465073"/>
        <a:ext cx="2081511" cy="5409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64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5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06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9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5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4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1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7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56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20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865E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Smart Attendance Management System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Problem: Manual attendance is slow and error-prone</a:t>
            </a:r>
          </a:p>
          <a:p>
            <a:r>
              <a:rPr lang="en-US">
                <a:solidFill>
                  <a:srgbClr val="FFFFFF"/>
                </a:solidFill>
              </a:rPr>
              <a:t>Target Users: Teachers, Educational Institutions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15B7B-7F68-AA1C-E02C-2F3B5905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61" r="47497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System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FD142F-7BF1-4033-71DE-159D5EBA9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028949"/>
              </p:ext>
            </p:extLst>
          </p:nvPr>
        </p:nvGraphicFramePr>
        <p:xfrm>
          <a:off x="768350" y="2286000"/>
          <a:ext cx="7289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IN"/>
              <a:t>OOP Concepts Used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F015EEE2-7A15-C923-0A99-917D0EB555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455011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F239B163-3B11-46C7-EA2A-885D9B20E0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937" r="43193" b="-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Technical Highlight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0CF437-0A57-DB62-4B79-D72583655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979634"/>
              </p:ext>
            </p:extLst>
          </p:nvPr>
        </p:nvGraphicFramePr>
        <p:xfrm>
          <a:off x="768350" y="2286000"/>
          <a:ext cx="7289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Live Demo Plan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CB1430-5CD1-470D-8F0F-7EDE4C79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20C5B3-1D75-32B3-29D5-2CA863C94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882635"/>
              </p:ext>
            </p:extLst>
          </p:nvPr>
        </p:nvGraphicFramePr>
        <p:xfrm>
          <a:off x="768096" y="2286000"/>
          <a:ext cx="72900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94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Tw Cen MT</vt:lpstr>
      <vt:lpstr>Tw Cen MT Condensed</vt:lpstr>
      <vt:lpstr>Wingdings 3</vt:lpstr>
      <vt:lpstr>Integral</vt:lpstr>
      <vt:lpstr>Smart Attendance Management System</vt:lpstr>
      <vt:lpstr>System Design</vt:lpstr>
      <vt:lpstr>OOP Concepts Used</vt:lpstr>
      <vt:lpstr>Technical Highlight</vt:lpstr>
      <vt:lpstr>Live Demo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Sidhartha Sarkar</cp:lastModifiedBy>
  <cp:revision>3</cp:revision>
  <dcterms:created xsi:type="dcterms:W3CDTF">2013-01-27T09:14:16Z</dcterms:created>
  <dcterms:modified xsi:type="dcterms:W3CDTF">2026-03-29T13:33:50Z</dcterms:modified>
  <cp:category/>
</cp:coreProperties>
</file>